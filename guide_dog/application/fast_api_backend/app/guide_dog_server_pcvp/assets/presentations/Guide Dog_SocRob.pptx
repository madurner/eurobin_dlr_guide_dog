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96" r:id="rId1"/>
    <p:sldMasterId id="2147483697" r:id="rId2"/>
  </p:sldMasterIdLst>
  <p:notesMasterIdLst>
    <p:notesMasterId r:id="rId7"/>
  </p:notesMasterIdLst>
  <p:sldIdLst>
    <p:sldId id="256" r:id="rId3"/>
    <p:sldId id="257" r:id="rId4"/>
    <p:sldId id="258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A74FD4-0683-4847-92D2-C8CB272E885D}">
  <a:tblStyle styleId="{81A74FD4-0683-4847-92D2-C8CB272E885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6"/>
          </a:solidFill>
        </a:fill>
      </a:tcStyle>
    </a:wholeTbl>
    <a:band1H>
      <a:tcTxStyle/>
      <a:tcStyle>
        <a:tcBdr/>
        <a:fill>
          <a:solidFill>
            <a:srgbClr val="D1DDE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1DDE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8" d="100"/>
          <a:sy n="168" d="100"/>
        </p:scale>
        <p:origin x="158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b65d8eb447_2_3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2" name="Google Shape;372;g3b65d8eb447_2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b65d8eb447_2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b65d8eb447_2_3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9" name="Google Shape;379;g3b65d8eb447_2_3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b65d8eb44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b65d8eb447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b65d8eb447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Titel/Title 1">
  <p:cSld name="A Titel/Title 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/>
          <p:nvPr/>
        </p:nvSpPr>
        <p:spPr>
          <a:xfrm>
            <a:off x="0" y="0"/>
            <a:ext cx="521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521495" y="2857091"/>
            <a:ext cx="7273500" cy="856200"/>
          </a:xfrm>
          <a:prstGeom prst="rect">
            <a:avLst/>
          </a:prstGeom>
          <a:solidFill>
            <a:srgbClr val="003245">
              <a:alpha val="80000"/>
            </a:srgbClr>
          </a:solidFill>
          <a:ln>
            <a:noFill/>
          </a:ln>
        </p:spPr>
        <p:txBody>
          <a:bodyPr spcFirstLastPara="1" wrap="square" lIns="216000" tIns="108000" rIns="324000" bIns="1080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1080000" y="242813"/>
            <a:ext cx="7156500" cy="24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000" tIns="0" rIns="0" bIns="810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cap="none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4743" y="3951298"/>
            <a:ext cx="1149531" cy="94938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ftr" idx="11"/>
          </p:nvPr>
        </p:nvSpPr>
        <p:spPr>
          <a:xfrm>
            <a:off x="1069200" y="4908600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Kapitel/Chapter">
  <p:cSld name="A Kapitel/Chapt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>
            <a:spLocks noGrp="1"/>
          </p:cNvSpPr>
          <p:nvPr>
            <p:ph type="pic" idx="2"/>
          </p:nvPr>
        </p:nvSpPr>
        <p:spPr>
          <a:xfrm>
            <a:off x="215504" y="0"/>
            <a:ext cx="8928600" cy="51435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65" name="Google Shape;65;p15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215999" y="3826191"/>
            <a:ext cx="8020500" cy="856200"/>
          </a:xfrm>
          <a:prstGeom prst="rect">
            <a:avLst/>
          </a:prstGeom>
          <a:solidFill>
            <a:srgbClr val="003245">
              <a:alpha val="80000"/>
            </a:srgbClr>
          </a:solidFill>
          <a:ln>
            <a:noFill/>
          </a:ln>
        </p:spPr>
        <p:txBody>
          <a:bodyPr spcFirstLastPara="1" wrap="square" lIns="297000" tIns="0" rIns="5400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cap="none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8237700" y="226800"/>
            <a:ext cx="707400" cy="5859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34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"/>
              <a:buChar char="▪"/>
              <a:defRPr sz="100">
                <a:solidFill>
                  <a:schemeClr val="dk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3"/>
          </p:nvPr>
        </p:nvSpPr>
        <p:spPr>
          <a:xfrm rot="5400000">
            <a:off x="7200750" y="2937977"/>
            <a:ext cx="32916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t" anchorCtr="0">
            <a:spAutoFit/>
          </a:bodyPr>
          <a:lstStyle>
            <a:lvl1pPr marL="457200" lvl="0" indent="-22860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Inhalt/Content 1" type="obj">
  <p:cSld name="OBJEC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521494" y="1220400"/>
            <a:ext cx="8100900" cy="3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Inhalt/Content 2">
  <p:cSld name="A Inhalt/Content 2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521494" y="1571719"/>
            <a:ext cx="8100900" cy="3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>
            <a:spLocks noGrp="1"/>
          </p:cNvSpPr>
          <p:nvPr>
            <p:ph type="body" idx="2"/>
          </p:nvPr>
        </p:nvSpPr>
        <p:spPr>
          <a:xfrm>
            <a:off x="521494" y="1115841"/>
            <a:ext cx="2611500" cy="33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Inhalt/Content 3">
  <p:cSld name="A Inhalt/Content 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521494" y="1571719"/>
            <a:ext cx="4050600" cy="1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>
            <a:spLocks noGrp="1"/>
          </p:cNvSpPr>
          <p:nvPr>
            <p:ph type="body" idx="2"/>
          </p:nvPr>
        </p:nvSpPr>
        <p:spPr>
          <a:xfrm>
            <a:off x="521494" y="1115841"/>
            <a:ext cx="2611500" cy="33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3"/>
          </p:nvPr>
        </p:nvSpPr>
        <p:spPr>
          <a:xfrm>
            <a:off x="521494" y="3505419"/>
            <a:ext cx="4050600" cy="1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4"/>
          </p:nvPr>
        </p:nvSpPr>
        <p:spPr>
          <a:xfrm>
            <a:off x="521494" y="3049541"/>
            <a:ext cx="2611500" cy="33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>
            <a:spLocks noGrp="1"/>
          </p:cNvSpPr>
          <p:nvPr>
            <p:ph type="pic" idx="5"/>
          </p:nvPr>
        </p:nvSpPr>
        <p:spPr>
          <a:xfrm>
            <a:off x="4755356" y="1115842"/>
            <a:ext cx="3867000" cy="35805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96" name="Google Shape;96;p18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6"/>
          </p:nvPr>
        </p:nvSpPr>
        <p:spPr>
          <a:xfrm>
            <a:off x="4755356" y="4696262"/>
            <a:ext cx="38670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Inhalt/Content 4">
  <p:cSld name="A Inhalt/Content 4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521494" y="1221581"/>
            <a:ext cx="8100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>
            <a:spLocks noGrp="1"/>
          </p:cNvSpPr>
          <p:nvPr>
            <p:ph type="body" idx="2"/>
          </p:nvPr>
        </p:nvSpPr>
        <p:spPr>
          <a:xfrm>
            <a:off x="215999" y="3934326"/>
            <a:ext cx="8406600" cy="959100"/>
          </a:xfrm>
          <a:prstGeom prst="rect">
            <a:avLst/>
          </a:prstGeom>
          <a:solidFill>
            <a:srgbClr val="003245"/>
          </a:solidFill>
          <a:ln>
            <a:noFill/>
          </a:ln>
        </p:spPr>
        <p:txBody>
          <a:bodyPr spcFirstLastPara="1" wrap="square" lIns="68575" tIns="108000" rIns="68575" bIns="34275" anchor="t" anchorCtr="0">
            <a:normAutofit/>
          </a:bodyPr>
          <a:lstStyle>
            <a:lvl1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▪"/>
              <a:defRPr sz="1500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▪"/>
              <a:defRPr sz="1400">
                <a:solidFill>
                  <a:schemeClr val="lt1"/>
                </a:solidFill>
              </a:defRPr>
            </a:lvl2pPr>
            <a:lvl3pPr marL="137160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▪"/>
              <a:defRPr sz="1200">
                <a:solidFill>
                  <a:schemeClr val="lt1"/>
                </a:solidFill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Inhalt/Content 5">
  <p:cSld name="A Inhalt/Content 5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521494" y="250031"/>
            <a:ext cx="75411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521495" y="1571720"/>
            <a:ext cx="2611500" cy="6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/>
            </a:lvl1pPr>
            <a:lvl2pPr marL="91440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2"/>
          </p:nvPr>
        </p:nvSpPr>
        <p:spPr>
          <a:xfrm>
            <a:off x="6010977" y="1571720"/>
            <a:ext cx="2611500" cy="6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/>
            </a:lvl1pPr>
            <a:lvl2pPr marL="91440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3"/>
          </p:nvPr>
        </p:nvSpPr>
        <p:spPr>
          <a:xfrm>
            <a:off x="3266236" y="1571720"/>
            <a:ext cx="2611500" cy="6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/>
            </a:lvl1pPr>
            <a:lvl2pPr marL="91440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3" name="Google Shape;113;p20"/>
          <p:cNvSpPr>
            <a:spLocks noGrp="1"/>
          </p:cNvSpPr>
          <p:nvPr>
            <p:ph type="pic" idx="4"/>
          </p:nvPr>
        </p:nvSpPr>
        <p:spPr>
          <a:xfrm>
            <a:off x="521495" y="2281188"/>
            <a:ext cx="2611500" cy="14367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114" name="Google Shape;114;p20"/>
          <p:cNvSpPr>
            <a:spLocks noGrp="1"/>
          </p:cNvSpPr>
          <p:nvPr>
            <p:ph type="pic" idx="5"/>
          </p:nvPr>
        </p:nvSpPr>
        <p:spPr>
          <a:xfrm>
            <a:off x="3266236" y="2281188"/>
            <a:ext cx="2611500" cy="14367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115" name="Google Shape;115;p20"/>
          <p:cNvSpPr>
            <a:spLocks noGrp="1"/>
          </p:cNvSpPr>
          <p:nvPr>
            <p:ph type="pic" idx="6"/>
          </p:nvPr>
        </p:nvSpPr>
        <p:spPr>
          <a:xfrm>
            <a:off x="6010978" y="2281188"/>
            <a:ext cx="2611500" cy="14367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116" name="Google Shape;116;p20"/>
          <p:cNvSpPr txBox="1">
            <a:spLocks noGrp="1"/>
          </p:cNvSpPr>
          <p:nvPr>
            <p:ph type="body" idx="7"/>
          </p:nvPr>
        </p:nvSpPr>
        <p:spPr>
          <a:xfrm>
            <a:off x="215999" y="3934326"/>
            <a:ext cx="8406600" cy="959100"/>
          </a:xfrm>
          <a:prstGeom prst="rect">
            <a:avLst/>
          </a:prstGeom>
          <a:solidFill>
            <a:srgbClr val="003245"/>
          </a:solidFill>
          <a:ln>
            <a:noFill/>
          </a:ln>
        </p:spPr>
        <p:txBody>
          <a:bodyPr spcFirstLastPara="1" wrap="square" lIns="68575" tIns="108000" rIns="68575" bIns="34275" anchor="t" anchorCtr="0">
            <a:normAutofit/>
          </a:bodyPr>
          <a:lstStyle>
            <a:lvl1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▪"/>
              <a:defRPr sz="1500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▪"/>
              <a:defRPr sz="1400">
                <a:solidFill>
                  <a:schemeClr val="lt1"/>
                </a:solidFill>
              </a:defRPr>
            </a:lvl2pPr>
            <a:lvl3pPr marL="137160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▪"/>
              <a:defRPr sz="1200">
                <a:solidFill>
                  <a:schemeClr val="lt1"/>
                </a:solidFill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8"/>
          </p:nvPr>
        </p:nvSpPr>
        <p:spPr>
          <a:xfrm>
            <a:off x="521494" y="1115841"/>
            <a:ext cx="2611500" cy="33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body" idx="9"/>
          </p:nvPr>
        </p:nvSpPr>
        <p:spPr>
          <a:xfrm>
            <a:off x="521494" y="3518614"/>
            <a:ext cx="26115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500" tIns="40500" rIns="40500" bIns="4050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body" idx="13"/>
          </p:nvPr>
        </p:nvSpPr>
        <p:spPr>
          <a:xfrm>
            <a:off x="3266234" y="3518614"/>
            <a:ext cx="26115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500" tIns="40500" rIns="40500" bIns="4050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body" idx="14"/>
          </p:nvPr>
        </p:nvSpPr>
        <p:spPr>
          <a:xfrm>
            <a:off x="6010978" y="3515285"/>
            <a:ext cx="26115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500" tIns="40500" rIns="40500" bIns="4050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Inhalt/Content 6">
  <p:cSld name="A Inhalt/Content 6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1"/>
          </p:nvPr>
        </p:nvSpPr>
        <p:spPr>
          <a:xfrm>
            <a:off x="521100" y="1221581"/>
            <a:ext cx="4050000" cy="3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130" name="Google Shape;130;p21"/>
          <p:cNvSpPr>
            <a:spLocks noGrp="1"/>
          </p:cNvSpPr>
          <p:nvPr>
            <p:ph type="pic" idx="2"/>
          </p:nvPr>
        </p:nvSpPr>
        <p:spPr>
          <a:xfrm>
            <a:off x="4755356" y="1221469"/>
            <a:ext cx="3867000" cy="36720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131" name="Google Shape;131;p21"/>
          <p:cNvSpPr txBox="1">
            <a:spLocks noGrp="1"/>
          </p:cNvSpPr>
          <p:nvPr>
            <p:ph type="body" idx="3"/>
          </p:nvPr>
        </p:nvSpPr>
        <p:spPr>
          <a:xfrm rot="5400000">
            <a:off x="6885163" y="2958917"/>
            <a:ext cx="36720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500" tIns="40500" rIns="40500" bIns="40500" anchor="t" anchorCtr="0">
            <a:spAutoFit/>
          </a:bodyPr>
          <a:lstStyle>
            <a:lvl1pPr marL="457200" lvl="0" indent="-22860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Tabelle/Table 1">
  <p:cSld name="A Tabelle/Table 1"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/>
          <p:nvPr/>
        </p:nvSpPr>
        <p:spPr>
          <a:xfrm>
            <a:off x="-1" y="-1804"/>
            <a:ext cx="9144000" cy="514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Mustertabelle/Table Sample 1">
  <p:cSld name="A Mustertabelle/Table Sample 1"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-1" y="-1804"/>
            <a:ext cx="9144000" cy="514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3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" name="Google Shape;142;p23"/>
          <p:cNvGraphicFramePr/>
          <p:nvPr/>
        </p:nvGraphicFramePr>
        <p:xfrm>
          <a:off x="521494" y="122158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{81A74FD4-0683-4847-92D2-C8CB272E885D}</a:tableStyleId>
              </a:tblPr>
              <a:tblGrid>
                <a:gridCol w="162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Title 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Title 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Title 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Title 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Title 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6FF">
                        <a:alpha val="8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6FF">
                        <a:alpha val="8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6FF">
                        <a:alpha val="8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6FF">
                        <a:alpha val="8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6FF">
                        <a:alpha val="847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6FF">
                        <a:alpha val="8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6FF">
                        <a:alpha val="8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6FF">
                        <a:alpha val="8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6FF">
                        <a:alpha val="8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F6FF">
                        <a:alpha val="847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C1FF">
                        <a:alpha val="4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3" name="Google Shape;143;p23"/>
          <p:cNvSpPr txBox="1"/>
          <p:nvPr/>
        </p:nvSpPr>
        <p:spPr>
          <a:xfrm>
            <a:off x="521494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 table</a:t>
            </a:r>
            <a:endParaRPr sz="2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3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Tabelle/Table 2">
  <p:cSld name="A Tabelle/Table 2">
    <p:bg>
      <p:bgPr>
        <a:solidFill>
          <a:schemeClr val="lt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4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98989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pic>
        <p:nvPicPr>
          <p:cNvPr id="149" name="Google Shape;14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Mustertabelle/Table Sample 2">
  <p:cSld name="A Mustertabelle/Table Sample 2"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5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aphicFrame>
        <p:nvGraphicFramePr>
          <p:cNvPr id="154" name="Google Shape;154;p25"/>
          <p:cNvGraphicFramePr/>
          <p:nvPr/>
        </p:nvGraphicFramePr>
        <p:xfrm>
          <a:off x="521494" y="122158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{81A74FD4-0683-4847-92D2-C8CB272E885D}</a:tableStyleId>
              </a:tblPr>
              <a:tblGrid>
                <a:gridCol w="162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093C5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093C5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093C5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093C5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093C5">
                        <a:alpha val="247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E1ED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E1ED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E1ED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E1ED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E1ED">
                        <a:alpha val="247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55" name="Google Shape;15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5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 Titel/Title 1">
  <p:cSld name="B Titel/Title 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/>
          <p:nvPr/>
        </p:nvSpPr>
        <p:spPr>
          <a:xfrm>
            <a:off x="0" y="0"/>
            <a:ext cx="521700" cy="51435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6"/>
          <p:cNvSpPr txBox="1">
            <a:spLocks noGrp="1"/>
          </p:cNvSpPr>
          <p:nvPr>
            <p:ph type="subTitle" idx="1"/>
          </p:nvPr>
        </p:nvSpPr>
        <p:spPr>
          <a:xfrm>
            <a:off x="521495" y="2852407"/>
            <a:ext cx="7273500" cy="856200"/>
          </a:xfrm>
          <a:prstGeom prst="rect">
            <a:avLst/>
          </a:prstGeom>
          <a:solidFill>
            <a:srgbClr val="637721">
              <a:alpha val="80000"/>
            </a:srgbClr>
          </a:solidFill>
          <a:ln>
            <a:noFill/>
          </a:ln>
        </p:spPr>
        <p:txBody>
          <a:bodyPr spcFirstLastPara="1" wrap="square" lIns="216000" tIns="108000" rIns="324000" bIns="1080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title"/>
          </p:nvPr>
        </p:nvSpPr>
        <p:spPr>
          <a:xfrm>
            <a:off x="1080000" y="250031"/>
            <a:ext cx="7156500" cy="24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000" tIns="0" rIns="0" bIns="810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cap="none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4743" y="3951298"/>
            <a:ext cx="1149531" cy="94938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6"/>
          <p:cNvSpPr txBox="1">
            <a:spLocks noGrp="1"/>
          </p:cNvSpPr>
          <p:nvPr>
            <p:ph type="ftr" idx="11"/>
          </p:nvPr>
        </p:nvSpPr>
        <p:spPr>
          <a:xfrm>
            <a:off x="1069200" y="4908600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165" name="Google Shape;165;p26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 Kapitel/Chapter">
  <p:cSld name="B Kapitel/Chapter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>
            <a:spLocks noGrp="1"/>
          </p:cNvSpPr>
          <p:nvPr>
            <p:ph type="pic" idx="2"/>
          </p:nvPr>
        </p:nvSpPr>
        <p:spPr>
          <a:xfrm>
            <a:off x="215504" y="0"/>
            <a:ext cx="8928600" cy="51435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168" name="Google Shape;168;p27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7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sp>
        <p:nvSpPr>
          <p:cNvPr id="170" name="Google Shape;170;p27"/>
          <p:cNvSpPr txBox="1">
            <a:spLocks noGrp="1"/>
          </p:cNvSpPr>
          <p:nvPr>
            <p:ph type="title"/>
          </p:nvPr>
        </p:nvSpPr>
        <p:spPr>
          <a:xfrm>
            <a:off x="215999" y="3826191"/>
            <a:ext cx="8020500" cy="856200"/>
          </a:xfrm>
          <a:prstGeom prst="rect">
            <a:avLst/>
          </a:prstGeom>
          <a:solidFill>
            <a:srgbClr val="637721">
              <a:alpha val="80000"/>
            </a:srgbClr>
          </a:solidFill>
          <a:ln>
            <a:noFill/>
          </a:ln>
        </p:spPr>
        <p:txBody>
          <a:bodyPr spcFirstLastPara="1" wrap="square" lIns="297000" tIns="0" rIns="5400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cap="none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7"/>
          <p:cNvSpPr txBox="1">
            <a:spLocks noGrp="1"/>
          </p:cNvSpPr>
          <p:nvPr>
            <p:ph type="body" idx="1"/>
          </p:nvPr>
        </p:nvSpPr>
        <p:spPr>
          <a:xfrm>
            <a:off x="8237700" y="226800"/>
            <a:ext cx="707400" cy="5859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34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"/>
              <a:buChar char="▪"/>
              <a:defRPr sz="100">
                <a:solidFill>
                  <a:schemeClr val="dk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body" idx="3"/>
          </p:nvPr>
        </p:nvSpPr>
        <p:spPr>
          <a:xfrm rot="5400000">
            <a:off x="7200750" y="2937977"/>
            <a:ext cx="32916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t" anchorCtr="0">
            <a:spAutoFit/>
          </a:bodyPr>
          <a:lstStyle>
            <a:lvl1pPr marL="457200" lvl="0" indent="-22860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 Inhalt/Content 1">
  <p:cSld name="B Inhalt/Content 1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8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body" idx="1"/>
          </p:nvPr>
        </p:nvSpPr>
        <p:spPr>
          <a:xfrm>
            <a:off x="521494" y="1221581"/>
            <a:ext cx="8100900" cy="3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179" name="Google Shape;179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8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 Inhalt/Content 2">
  <p:cSld name="B Inhalt/Content 2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9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9"/>
          <p:cNvSpPr txBox="1">
            <a:spLocks noGrp="1"/>
          </p:cNvSpPr>
          <p:nvPr>
            <p:ph type="body" idx="1"/>
          </p:nvPr>
        </p:nvSpPr>
        <p:spPr>
          <a:xfrm>
            <a:off x="521494" y="1571719"/>
            <a:ext cx="8100900" cy="3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9"/>
          <p:cNvSpPr txBox="1">
            <a:spLocks noGrp="1"/>
          </p:cNvSpPr>
          <p:nvPr>
            <p:ph type="body" idx="2"/>
          </p:nvPr>
        </p:nvSpPr>
        <p:spPr>
          <a:xfrm>
            <a:off x="521494" y="1115841"/>
            <a:ext cx="2611500" cy="3300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29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 Inhalt/Content 3">
  <p:cSld name="B Inhalt/Content 3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0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0"/>
          <p:cNvSpPr txBox="1">
            <a:spLocks noGrp="1"/>
          </p:cNvSpPr>
          <p:nvPr>
            <p:ph type="body" idx="1"/>
          </p:nvPr>
        </p:nvSpPr>
        <p:spPr>
          <a:xfrm>
            <a:off x="521494" y="1571719"/>
            <a:ext cx="4050600" cy="1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30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194" name="Google Shape;194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>
            <a:spLocks noGrp="1"/>
          </p:cNvSpPr>
          <p:nvPr>
            <p:ph type="body" idx="2"/>
          </p:nvPr>
        </p:nvSpPr>
        <p:spPr>
          <a:xfrm>
            <a:off x="521494" y="1115841"/>
            <a:ext cx="2611500" cy="3300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30"/>
          <p:cNvSpPr txBox="1">
            <a:spLocks noGrp="1"/>
          </p:cNvSpPr>
          <p:nvPr>
            <p:ph type="body" idx="3"/>
          </p:nvPr>
        </p:nvSpPr>
        <p:spPr>
          <a:xfrm>
            <a:off x="521494" y="3505419"/>
            <a:ext cx="4050600" cy="1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body" idx="4"/>
          </p:nvPr>
        </p:nvSpPr>
        <p:spPr>
          <a:xfrm>
            <a:off x="521494" y="3049541"/>
            <a:ext cx="2611500" cy="3300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30"/>
          <p:cNvSpPr>
            <a:spLocks noGrp="1"/>
          </p:cNvSpPr>
          <p:nvPr>
            <p:ph type="pic" idx="5"/>
          </p:nvPr>
        </p:nvSpPr>
        <p:spPr>
          <a:xfrm>
            <a:off x="4755356" y="1115842"/>
            <a:ext cx="3867000" cy="35805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199" name="Google Shape;199;p30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6"/>
          </p:nvPr>
        </p:nvSpPr>
        <p:spPr>
          <a:xfrm>
            <a:off x="4755356" y="4696262"/>
            <a:ext cx="38670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 Inhalt/Content 4">
  <p:cSld name="B Inhalt/Content 4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1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1"/>
          <p:cNvSpPr txBox="1">
            <a:spLocks noGrp="1"/>
          </p:cNvSpPr>
          <p:nvPr>
            <p:ph type="body" idx="1"/>
          </p:nvPr>
        </p:nvSpPr>
        <p:spPr>
          <a:xfrm>
            <a:off x="521494" y="1221581"/>
            <a:ext cx="8100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1"/>
          <p:cNvSpPr txBox="1">
            <a:spLocks noGrp="1"/>
          </p:cNvSpPr>
          <p:nvPr>
            <p:ph type="body" idx="2"/>
          </p:nvPr>
        </p:nvSpPr>
        <p:spPr>
          <a:xfrm>
            <a:off x="215999" y="3934326"/>
            <a:ext cx="8406600" cy="959100"/>
          </a:xfrm>
          <a:prstGeom prst="rect">
            <a:avLst/>
          </a:prstGeom>
          <a:solidFill>
            <a:srgbClr val="637721"/>
          </a:solidFill>
          <a:ln>
            <a:noFill/>
          </a:ln>
        </p:spPr>
        <p:txBody>
          <a:bodyPr spcFirstLastPara="1" wrap="square" lIns="68575" tIns="108000" rIns="68575" bIns="34275" anchor="t" anchorCtr="0">
            <a:normAutofit/>
          </a:bodyPr>
          <a:lstStyle>
            <a:lvl1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▪"/>
              <a:defRPr sz="1500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▪"/>
              <a:defRPr sz="1400">
                <a:solidFill>
                  <a:schemeClr val="lt1"/>
                </a:solidFill>
              </a:defRPr>
            </a:lvl2pPr>
            <a:lvl3pPr marL="137160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▪"/>
              <a:defRPr sz="1200">
                <a:solidFill>
                  <a:schemeClr val="lt1"/>
                </a:solidFill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 Inhalt/Content 5">
  <p:cSld name="B Inhalt/Content 5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2"/>
          <p:cNvSpPr txBox="1">
            <a:spLocks noGrp="1"/>
          </p:cNvSpPr>
          <p:nvPr>
            <p:ph type="title"/>
          </p:nvPr>
        </p:nvSpPr>
        <p:spPr>
          <a:xfrm>
            <a:off x="521494" y="250031"/>
            <a:ext cx="75411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2"/>
          <p:cNvSpPr txBox="1">
            <a:spLocks noGrp="1"/>
          </p:cNvSpPr>
          <p:nvPr>
            <p:ph type="body" idx="1"/>
          </p:nvPr>
        </p:nvSpPr>
        <p:spPr>
          <a:xfrm>
            <a:off x="521495" y="1571720"/>
            <a:ext cx="2611500" cy="6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/>
            </a:lvl1pPr>
            <a:lvl2pPr marL="91440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3" name="Google Shape;213;p32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sp>
        <p:nvSpPr>
          <p:cNvPr id="214" name="Google Shape;214;p32"/>
          <p:cNvSpPr txBox="1">
            <a:spLocks noGrp="1"/>
          </p:cNvSpPr>
          <p:nvPr>
            <p:ph type="body" idx="2"/>
          </p:nvPr>
        </p:nvSpPr>
        <p:spPr>
          <a:xfrm>
            <a:off x="6010977" y="1571720"/>
            <a:ext cx="2611500" cy="6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/>
            </a:lvl1pPr>
            <a:lvl2pPr marL="91440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5" name="Google Shape;215;p32"/>
          <p:cNvSpPr txBox="1">
            <a:spLocks noGrp="1"/>
          </p:cNvSpPr>
          <p:nvPr>
            <p:ph type="body" idx="3"/>
          </p:nvPr>
        </p:nvSpPr>
        <p:spPr>
          <a:xfrm>
            <a:off x="3266236" y="1571720"/>
            <a:ext cx="2611500" cy="6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/>
            </a:lvl1pPr>
            <a:lvl2pPr marL="91440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6" name="Google Shape;216;p32"/>
          <p:cNvSpPr>
            <a:spLocks noGrp="1"/>
          </p:cNvSpPr>
          <p:nvPr>
            <p:ph type="pic" idx="4"/>
          </p:nvPr>
        </p:nvSpPr>
        <p:spPr>
          <a:xfrm>
            <a:off x="521495" y="2281188"/>
            <a:ext cx="2611500" cy="14367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217" name="Google Shape;217;p32"/>
          <p:cNvSpPr>
            <a:spLocks noGrp="1"/>
          </p:cNvSpPr>
          <p:nvPr>
            <p:ph type="pic" idx="5"/>
          </p:nvPr>
        </p:nvSpPr>
        <p:spPr>
          <a:xfrm>
            <a:off x="3266236" y="2281188"/>
            <a:ext cx="2611500" cy="14367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218" name="Google Shape;218;p32"/>
          <p:cNvSpPr>
            <a:spLocks noGrp="1"/>
          </p:cNvSpPr>
          <p:nvPr>
            <p:ph type="pic" idx="6"/>
          </p:nvPr>
        </p:nvSpPr>
        <p:spPr>
          <a:xfrm>
            <a:off x="6010978" y="2281188"/>
            <a:ext cx="2611500" cy="14367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219" name="Google Shape;219;p32"/>
          <p:cNvSpPr txBox="1">
            <a:spLocks noGrp="1"/>
          </p:cNvSpPr>
          <p:nvPr>
            <p:ph type="body" idx="7"/>
          </p:nvPr>
        </p:nvSpPr>
        <p:spPr>
          <a:xfrm>
            <a:off x="521494" y="1115841"/>
            <a:ext cx="2611500" cy="3300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220" name="Google Shape;220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2"/>
          <p:cNvSpPr txBox="1">
            <a:spLocks noGrp="1"/>
          </p:cNvSpPr>
          <p:nvPr>
            <p:ph type="body" idx="8"/>
          </p:nvPr>
        </p:nvSpPr>
        <p:spPr>
          <a:xfrm>
            <a:off x="215999" y="3934326"/>
            <a:ext cx="8406600" cy="959100"/>
          </a:xfrm>
          <a:prstGeom prst="rect">
            <a:avLst/>
          </a:prstGeom>
          <a:solidFill>
            <a:srgbClr val="637721"/>
          </a:solidFill>
          <a:ln>
            <a:noFill/>
          </a:ln>
        </p:spPr>
        <p:txBody>
          <a:bodyPr spcFirstLastPara="1" wrap="square" lIns="68575" tIns="108000" rIns="68575" bIns="34275" anchor="t" anchorCtr="0">
            <a:normAutofit/>
          </a:bodyPr>
          <a:lstStyle>
            <a:lvl1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▪"/>
              <a:defRPr sz="1500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▪"/>
              <a:defRPr sz="1400">
                <a:solidFill>
                  <a:schemeClr val="lt1"/>
                </a:solidFill>
              </a:defRPr>
            </a:lvl2pPr>
            <a:lvl3pPr marL="137160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▪"/>
              <a:defRPr sz="1200">
                <a:solidFill>
                  <a:schemeClr val="lt1"/>
                </a:solidFill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32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223" name="Google Shape;223;p32"/>
          <p:cNvSpPr txBox="1">
            <a:spLocks noGrp="1"/>
          </p:cNvSpPr>
          <p:nvPr>
            <p:ph type="body" idx="9"/>
          </p:nvPr>
        </p:nvSpPr>
        <p:spPr>
          <a:xfrm>
            <a:off x="521494" y="3518614"/>
            <a:ext cx="26115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500" tIns="40500" rIns="40500" bIns="4050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32"/>
          <p:cNvSpPr txBox="1">
            <a:spLocks noGrp="1"/>
          </p:cNvSpPr>
          <p:nvPr>
            <p:ph type="body" idx="13"/>
          </p:nvPr>
        </p:nvSpPr>
        <p:spPr>
          <a:xfrm>
            <a:off x="3266234" y="3518614"/>
            <a:ext cx="26115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500" tIns="40500" rIns="40500" bIns="4050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32"/>
          <p:cNvSpPr txBox="1">
            <a:spLocks noGrp="1"/>
          </p:cNvSpPr>
          <p:nvPr>
            <p:ph type="body" idx="14"/>
          </p:nvPr>
        </p:nvSpPr>
        <p:spPr>
          <a:xfrm>
            <a:off x="6010978" y="3515285"/>
            <a:ext cx="26115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500" tIns="40500" rIns="40500" bIns="4050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 Inhalt/Content 6">
  <p:cSld name="B Inhalt/Content 6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3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3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230" name="Google Shape;23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3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body" idx="1"/>
          </p:nvPr>
        </p:nvSpPr>
        <p:spPr>
          <a:xfrm>
            <a:off x="521100" y="1221581"/>
            <a:ext cx="4050000" cy="3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33"/>
          <p:cNvSpPr>
            <a:spLocks noGrp="1"/>
          </p:cNvSpPr>
          <p:nvPr>
            <p:ph type="pic" idx="2"/>
          </p:nvPr>
        </p:nvSpPr>
        <p:spPr>
          <a:xfrm>
            <a:off x="4755356" y="1221469"/>
            <a:ext cx="3867000" cy="36720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234" name="Google Shape;234;p33"/>
          <p:cNvSpPr txBox="1">
            <a:spLocks noGrp="1"/>
          </p:cNvSpPr>
          <p:nvPr>
            <p:ph type="body" idx="3"/>
          </p:nvPr>
        </p:nvSpPr>
        <p:spPr>
          <a:xfrm rot="5400000">
            <a:off x="6885163" y="2958917"/>
            <a:ext cx="36720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500" tIns="40500" rIns="40500" bIns="40500" anchor="t" anchorCtr="0">
            <a:spAutoFit/>
          </a:bodyPr>
          <a:lstStyle>
            <a:lvl1pPr marL="457200" lvl="0" indent="-22860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 Tabelle/Table 1">
  <p:cSld name="B Tabelle/Table 1">
    <p:bg>
      <p:bgPr>
        <a:solidFill>
          <a:schemeClr val="lt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/>
          <p:nvPr/>
        </p:nvSpPr>
        <p:spPr>
          <a:xfrm>
            <a:off x="-1" y="-1804"/>
            <a:ext cx="9144000" cy="51453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4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34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239" name="Google Shape;239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4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 Mustertabelle/Table Sample 1">
  <p:cSld name="B Mustertabelle/Table Sample 1">
    <p:bg>
      <p:bgPr>
        <a:solidFill>
          <a:schemeClr val="lt1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/>
          <p:nvPr/>
        </p:nvSpPr>
        <p:spPr>
          <a:xfrm>
            <a:off x="-1" y="-1804"/>
            <a:ext cx="9144000" cy="51453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5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244" name="Google Shape;244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5" name="Google Shape;245;p35"/>
          <p:cNvGraphicFramePr/>
          <p:nvPr/>
        </p:nvGraphicFramePr>
        <p:xfrm>
          <a:off x="521494" y="122158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{81A74FD4-0683-4847-92D2-C8CB272E885D}</a:tableStyleId>
              </a:tblPr>
              <a:tblGrid>
                <a:gridCol w="162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Title 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Title 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Title 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Title 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Title 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6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6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6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6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698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6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6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6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698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698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49E">
                        <a:alpha val="4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6" name="Google Shape;246;p35"/>
          <p:cNvSpPr txBox="1"/>
          <p:nvPr/>
        </p:nvSpPr>
        <p:spPr>
          <a:xfrm>
            <a:off x="521494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 table</a:t>
            </a:r>
            <a:endParaRPr sz="2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5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 Tabelle/Table 2">
  <p:cSld name="B Tabelle/Table 2">
    <p:bg>
      <p:bgPr>
        <a:solidFill>
          <a:schemeClr val="lt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6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251" name="Google Shape;251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6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 Mustertabelle/Table Sample 2">
  <p:cSld name="B Mustertabelle/Table Sample 2">
    <p:bg>
      <p:bgPr>
        <a:solidFill>
          <a:schemeClr val="lt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94B23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7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sp>
        <p:nvSpPr>
          <p:cNvPr id="257" name="Google Shape;257;p37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pic>
        <p:nvPicPr>
          <p:cNvPr id="258" name="Google Shape;25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aphicFrame>
        <p:nvGraphicFramePr>
          <p:cNvPr id="260" name="Google Shape;260;p37"/>
          <p:cNvGraphicFramePr/>
          <p:nvPr/>
        </p:nvGraphicFramePr>
        <p:xfrm>
          <a:off x="521494" y="122158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{81A74FD4-0683-4847-92D2-C8CB272E885D}</a:tableStyleId>
              </a:tblPr>
              <a:tblGrid>
                <a:gridCol w="162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rgbClr val="94B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rgbClr val="94B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rgbClr val="94B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rgbClr val="94B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rgbClr val="94B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5CA69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5CA69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5CA69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5CA69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5CA69">
                        <a:alpha val="247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8C2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8C2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8C2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8C2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E8C2">
                        <a:alpha val="247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 Titel/Title 1">
  <p:cSld name="C Titel/Title 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8"/>
          <p:cNvSpPr/>
          <p:nvPr/>
        </p:nvSpPr>
        <p:spPr>
          <a:xfrm>
            <a:off x="0" y="0"/>
            <a:ext cx="521700" cy="51435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8"/>
          <p:cNvSpPr txBox="1">
            <a:spLocks noGrp="1"/>
          </p:cNvSpPr>
          <p:nvPr>
            <p:ph type="subTitle" idx="1"/>
          </p:nvPr>
        </p:nvSpPr>
        <p:spPr>
          <a:xfrm>
            <a:off x="521495" y="2852406"/>
            <a:ext cx="7273500" cy="856200"/>
          </a:xfrm>
          <a:prstGeom prst="rect">
            <a:avLst/>
          </a:prstGeom>
          <a:solidFill>
            <a:srgbClr val="BE9600">
              <a:alpha val="80000"/>
            </a:srgbClr>
          </a:solidFill>
          <a:ln>
            <a:noFill/>
          </a:ln>
        </p:spPr>
        <p:txBody>
          <a:bodyPr spcFirstLastPara="1" wrap="square" lIns="216000" tIns="108000" rIns="324000" bIns="1080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65" name="Google Shape;265;p38"/>
          <p:cNvSpPr txBox="1">
            <a:spLocks noGrp="1"/>
          </p:cNvSpPr>
          <p:nvPr>
            <p:ph type="title"/>
          </p:nvPr>
        </p:nvSpPr>
        <p:spPr>
          <a:xfrm>
            <a:off x="1080000" y="250031"/>
            <a:ext cx="7156500" cy="24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000" tIns="0" rIns="0" bIns="810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cap="none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266" name="Google Shape;266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4743" y="3951298"/>
            <a:ext cx="1149531" cy="94938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8"/>
          <p:cNvSpPr txBox="1">
            <a:spLocks noGrp="1"/>
          </p:cNvSpPr>
          <p:nvPr>
            <p:ph type="ftr" idx="11"/>
          </p:nvPr>
        </p:nvSpPr>
        <p:spPr>
          <a:xfrm>
            <a:off x="1069200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268" name="Google Shape;268;p38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 Kapitel/Chapter">
  <p:cSld name="C Kapitel/Chapter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>
            <a:spLocks noGrp="1"/>
          </p:cNvSpPr>
          <p:nvPr>
            <p:ph type="pic" idx="2"/>
          </p:nvPr>
        </p:nvSpPr>
        <p:spPr>
          <a:xfrm>
            <a:off x="215504" y="0"/>
            <a:ext cx="8928600" cy="51435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271" name="Google Shape;271;p39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9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sp>
        <p:nvSpPr>
          <p:cNvPr id="273" name="Google Shape;273;p39"/>
          <p:cNvSpPr txBox="1">
            <a:spLocks noGrp="1"/>
          </p:cNvSpPr>
          <p:nvPr>
            <p:ph type="title"/>
          </p:nvPr>
        </p:nvSpPr>
        <p:spPr>
          <a:xfrm>
            <a:off x="215999" y="3826191"/>
            <a:ext cx="8020500" cy="856200"/>
          </a:xfrm>
          <a:prstGeom prst="rect">
            <a:avLst/>
          </a:prstGeom>
          <a:solidFill>
            <a:srgbClr val="BE9600">
              <a:alpha val="80000"/>
            </a:srgbClr>
          </a:solidFill>
          <a:ln>
            <a:noFill/>
          </a:ln>
        </p:spPr>
        <p:txBody>
          <a:bodyPr spcFirstLastPara="1" wrap="square" lIns="297000" tIns="0" rIns="54000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cap="none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39"/>
          <p:cNvSpPr txBox="1">
            <a:spLocks noGrp="1"/>
          </p:cNvSpPr>
          <p:nvPr>
            <p:ph type="body" idx="1"/>
          </p:nvPr>
        </p:nvSpPr>
        <p:spPr>
          <a:xfrm>
            <a:off x="8237700" y="226800"/>
            <a:ext cx="707400" cy="5859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34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"/>
              <a:buChar char="▪"/>
              <a:defRPr sz="100">
                <a:solidFill>
                  <a:schemeClr val="dk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39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276" name="Google Shape;276;p39"/>
          <p:cNvSpPr txBox="1">
            <a:spLocks noGrp="1"/>
          </p:cNvSpPr>
          <p:nvPr>
            <p:ph type="body" idx="3"/>
          </p:nvPr>
        </p:nvSpPr>
        <p:spPr>
          <a:xfrm rot="5400000">
            <a:off x="7200750" y="2937977"/>
            <a:ext cx="32916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t" anchorCtr="0">
            <a:spAutoFit/>
          </a:bodyPr>
          <a:lstStyle>
            <a:lvl1pPr marL="457200" lvl="0" indent="-22860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 Inhalt/Content 1">
  <p:cSld name="C Inhalt/Content 1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0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40"/>
          <p:cNvSpPr txBox="1">
            <a:spLocks noGrp="1"/>
          </p:cNvSpPr>
          <p:nvPr>
            <p:ph type="body" idx="1"/>
          </p:nvPr>
        </p:nvSpPr>
        <p:spPr>
          <a:xfrm>
            <a:off x="521494" y="1221581"/>
            <a:ext cx="8100900" cy="3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40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282" name="Google Shape;282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0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 Inhalt/Content 2">
  <p:cSld name="C Inhalt/Content 2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1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41"/>
          <p:cNvSpPr txBox="1">
            <a:spLocks noGrp="1"/>
          </p:cNvSpPr>
          <p:nvPr>
            <p:ph type="body" idx="1"/>
          </p:nvPr>
        </p:nvSpPr>
        <p:spPr>
          <a:xfrm>
            <a:off x="521494" y="1571719"/>
            <a:ext cx="8100900" cy="3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41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289" name="Google Shape;289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1"/>
          <p:cNvSpPr txBox="1">
            <a:spLocks noGrp="1"/>
          </p:cNvSpPr>
          <p:nvPr>
            <p:ph type="body" idx="2"/>
          </p:nvPr>
        </p:nvSpPr>
        <p:spPr>
          <a:xfrm>
            <a:off x="521494" y="1115841"/>
            <a:ext cx="2611500" cy="3300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41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 Inhalt/Content 3">
  <p:cSld name="C Inhalt/Content 3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2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2"/>
          <p:cNvSpPr txBox="1">
            <a:spLocks noGrp="1"/>
          </p:cNvSpPr>
          <p:nvPr>
            <p:ph type="body" idx="1"/>
          </p:nvPr>
        </p:nvSpPr>
        <p:spPr>
          <a:xfrm>
            <a:off x="521493" y="1571719"/>
            <a:ext cx="4050600" cy="1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42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297" name="Google Shape;297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>
            <a:spLocks noGrp="1"/>
          </p:cNvSpPr>
          <p:nvPr>
            <p:ph type="body" idx="2"/>
          </p:nvPr>
        </p:nvSpPr>
        <p:spPr>
          <a:xfrm>
            <a:off x="521494" y="1115841"/>
            <a:ext cx="2611500" cy="3300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42"/>
          <p:cNvSpPr txBox="1">
            <a:spLocks noGrp="1"/>
          </p:cNvSpPr>
          <p:nvPr>
            <p:ph type="body" idx="3"/>
          </p:nvPr>
        </p:nvSpPr>
        <p:spPr>
          <a:xfrm>
            <a:off x="521494" y="3505419"/>
            <a:ext cx="4050600" cy="1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42"/>
          <p:cNvSpPr txBox="1">
            <a:spLocks noGrp="1"/>
          </p:cNvSpPr>
          <p:nvPr>
            <p:ph type="body" idx="4"/>
          </p:nvPr>
        </p:nvSpPr>
        <p:spPr>
          <a:xfrm>
            <a:off x="521494" y="3049541"/>
            <a:ext cx="2611500" cy="3300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1" name="Google Shape;301;p42"/>
          <p:cNvSpPr>
            <a:spLocks noGrp="1"/>
          </p:cNvSpPr>
          <p:nvPr>
            <p:ph type="pic" idx="5"/>
          </p:nvPr>
        </p:nvSpPr>
        <p:spPr>
          <a:xfrm>
            <a:off x="4755356" y="1115842"/>
            <a:ext cx="3867000" cy="35805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302" name="Google Shape;302;p42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303" name="Google Shape;303;p42"/>
          <p:cNvSpPr txBox="1">
            <a:spLocks noGrp="1"/>
          </p:cNvSpPr>
          <p:nvPr>
            <p:ph type="body" idx="6"/>
          </p:nvPr>
        </p:nvSpPr>
        <p:spPr>
          <a:xfrm>
            <a:off x="4755356" y="4696262"/>
            <a:ext cx="38670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4050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 Inhalt/Content 4">
  <p:cSld name="C Inhalt/Content 4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3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43"/>
          <p:cNvSpPr txBox="1">
            <a:spLocks noGrp="1"/>
          </p:cNvSpPr>
          <p:nvPr>
            <p:ph type="body" idx="1"/>
          </p:nvPr>
        </p:nvSpPr>
        <p:spPr>
          <a:xfrm>
            <a:off x="521494" y="1221581"/>
            <a:ext cx="8100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43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309" name="Google Shape;309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3"/>
          <p:cNvSpPr txBox="1">
            <a:spLocks noGrp="1"/>
          </p:cNvSpPr>
          <p:nvPr>
            <p:ph type="body" idx="2"/>
          </p:nvPr>
        </p:nvSpPr>
        <p:spPr>
          <a:xfrm>
            <a:off x="215999" y="3934326"/>
            <a:ext cx="8406600" cy="959100"/>
          </a:xfrm>
          <a:prstGeom prst="rect">
            <a:avLst/>
          </a:prstGeom>
          <a:solidFill>
            <a:srgbClr val="BE9600"/>
          </a:solidFill>
          <a:ln>
            <a:noFill/>
          </a:ln>
        </p:spPr>
        <p:txBody>
          <a:bodyPr spcFirstLastPara="1" wrap="square" lIns="68575" tIns="108000" rIns="68575" bIns="34275" anchor="t" anchorCtr="0">
            <a:normAutofit/>
          </a:bodyPr>
          <a:lstStyle>
            <a:lvl1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▪"/>
              <a:defRPr sz="1500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▪"/>
              <a:defRPr sz="1400">
                <a:solidFill>
                  <a:schemeClr val="lt1"/>
                </a:solidFill>
              </a:defRPr>
            </a:lvl2pPr>
            <a:lvl3pPr marL="137160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▪"/>
              <a:defRPr sz="1200">
                <a:solidFill>
                  <a:schemeClr val="lt1"/>
                </a:solidFill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43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 Inhalt/Content 5">
  <p:cSld name="C Inhalt/Content 5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4"/>
          <p:cNvSpPr txBox="1">
            <a:spLocks noGrp="1"/>
          </p:cNvSpPr>
          <p:nvPr>
            <p:ph type="title"/>
          </p:nvPr>
        </p:nvSpPr>
        <p:spPr>
          <a:xfrm>
            <a:off x="521494" y="250031"/>
            <a:ext cx="75411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44"/>
          <p:cNvSpPr txBox="1">
            <a:spLocks noGrp="1"/>
          </p:cNvSpPr>
          <p:nvPr>
            <p:ph type="body" idx="1"/>
          </p:nvPr>
        </p:nvSpPr>
        <p:spPr>
          <a:xfrm>
            <a:off x="521495" y="1571720"/>
            <a:ext cx="2611500" cy="6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/>
            </a:lvl1pPr>
            <a:lvl2pPr marL="91440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16" name="Google Shape;316;p44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sp>
        <p:nvSpPr>
          <p:cNvPr id="317" name="Google Shape;317;p44"/>
          <p:cNvSpPr txBox="1">
            <a:spLocks noGrp="1"/>
          </p:cNvSpPr>
          <p:nvPr>
            <p:ph type="body" idx="2"/>
          </p:nvPr>
        </p:nvSpPr>
        <p:spPr>
          <a:xfrm>
            <a:off x="6010977" y="1571720"/>
            <a:ext cx="2611500" cy="6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/>
            </a:lvl1pPr>
            <a:lvl2pPr marL="91440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18" name="Google Shape;318;p44"/>
          <p:cNvSpPr txBox="1">
            <a:spLocks noGrp="1"/>
          </p:cNvSpPr>
          <p:nvPr>
            <p:ph type="body" idx="3"/>
          </p:nvPr>
        </p:nvSpPr>
        <p:spPr>
          <a:xfrm>
            <a:off x="3266236" y="1571720"/>
            <a:ext cx="2611500" cy="61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/>
            </a:lvl1pPr>
            <a:lvl2pPr marL="91440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19" name="Google Shape;319;p44"/>
          <p:cNvSpPr>
            <a:spLocks noGrp="1"/>
          </p:cNvSpPr>
          <p:nvPr>
            <p:ph type="pic" idx="4"/>
          </p:nvPr>
        </p:nvSpPr>
        <p:spPr>
          <a:xfrm>
            <a:off x="521495" y="2281188"/>
            <a:ext cx="2611500" cy="14367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320" name="Google Shape;320;p44"/>
          <p:cNvSpPr>
            <a:spLocks noGrp="1"/>
          </p:cNvSpPr>
          <p:nvPr>
            <p:ph type="pic" idx="5"/>
          </p:nvPr>
        </p:nvSpPr>
        <p:spPr>
          <a:xfrm>
            <a:off x="3266236" y="2281188"/>
            <a:ext cx="2611500" cy="14367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321" name="Google Shape;321;p44"/>
          <p:cNvSpPr>
            <a:spLocks noGrp="1"/>
          </p:cNvSpPr>
          <p:nvPr>
            <p:ph type="pic" idx="6"/>
          </p:nvPr>
        </p:nvSpPr>
        <p:spPr>
          <a:xfrm>
            <a:off x="6010978" y="2281188"/>
            <a:ext cx="2611500" cy="14367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322" name="Google Shape;322;p44"/>
          <p:cNvSpPr txBox="1">
            <a:spLocks noGrp="1"/>
          </p:cNvSpPr>
          <p:nvPr>
            <p:ph type="body" idx="7"/>
          </p:nvPr>
        </p:nvSpPr>
        <p:spPr>
          <a:xfrm>
            <a:off x="521494" y="1115841"/>
            <a:ext cx="2611500" cy="3300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323" name="Google Shape;323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4"/>
          <p:cNvSpPr txBox="1">
            <a:spLocks noGrp="1"/>
          </p:cNvSpPr>
          <p:nvPr>
            <p:ph type="body" idx="8"/>
          </p:nvPr>
        </p:nvSpPr>
        <p:spPr>
          <a:xfrm>
            <a:off x="215999" y="3934326"/>
            <a:ext cx="8406600" cy="959100"/>
          </a:xfrm>
          <a:prstGeom prst="rect">
            <a:avLst/>
          </a:prstGeom>
          <a:solidFill>
            <a:srgbClr val="BE9600"/>
          </a:solidFill>
          <a:ln>
            <a:noFill/>
          </a:ln>
        </p:spPr>
        <p:txBody>
          <a:bodyPr spcFirstLastPara="1" wrap="square" lIns="68575" tIns="108000" rIns="68575" bIns="34275" anchor="t" anchorCtr="0">
            <a:normAutofit/>
          </a:bodyPr>
          <a:lstStyle>
            <a:lvl1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▪"/>
              <a:defRPr sz="1500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▪"/>
              <a:defRPr sz="1400">
                <a:solidFill>
                  <a:schemeClr val="lt1"/>
                </a:solidFill>
              </a:defRPr>
            </a:lvl2pPr>
            <a:lvl3pPr marL="137160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▪"/>
              <a:defRPr sz="1200">
                <a:solidFill>
                  <a:schemeClr val="lt1"/>
                </a:solidFill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44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326" name="Google Shape;326;p44"/>
          <p:cNvSpPr txBox="1">
            <a:spLocks noGrp="1"/>
          </p:cNvSpPr>
          <p:nvPr>
            <p:ph type="body" idx="9"/>
          </p:nvPr>
        </p:nvSpPr>
        <p:spPr>
          <a:xfrm>
            <a:off x="521494" y="3518614"/>
            <a:ext cx="26115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500" tIns="40500" rIns="40500" bIns="4050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7" name="Google Shape;327;p44"/>
          <p:cNvSpPr txBox="1">
            <a:spLocks noGrp="1"/>
          </p:cNvSpPr>
          <p:nvPr>
            <p:ph type="body" idx="13"/>
          </p:nvPr>
        </p:nvSpPr>
        <p:spPr>
          <a:xfrm>
            <a:off x="3266234" y="3518614"/>
            <a:ext cx="26115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500" tIns="40500" rIns="40500" bIns="4050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44"/>
          <p:cNvSpPr txBox="1">
            <a:spLocks noGrp="1"/>
          </p:cNvSpPr>
          <p:nvPr>
            <p:ph type="body" idx="14"/>
          </p:nvPr>
        </p:nvSpPr>
        <p:spPr>
          <a:xfrm>
            <a:off x="6010978" y="3515285"/>
            <a:ext cx="26115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500" tIns="40500" rIns="40500" bIns="4050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 Inhalt/Content 6">
  <p:cSld name="C Inhalt/Content 6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5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5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45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333" name="Google Shape;333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5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335" name="Google Shape;335;p45"/>
          <p:cNvSpPr txBox="1">
            <a:spLocks noGrp="1"/>
          </p:cNvSpPr>
          <p:nvPr>
            <p:ph type="body" idx="1"/>
          </p:nvPr>
        </p:nvSpPr>
        <p:spPr>
          <a:xfrm>
            <a:off x="521100" y="1221581"/>
            <a:ext cx="4050000" cy="3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6" name="Google Shape;336;p45"/>
          <p:cNvSpPr>
            <a:spLocks noGrp="1"/>
          </p:cNvSpPr>
          <p:nvPr>
            <p:ph type="pic" idx="2"/>
          </p:nvPr>
        </p:nvSpPr>
        <p:spPr>
          <a:xfrm>
            <a:off x="4755356" y="1221469"/>
            <a:ext cx="3867000" cy="36720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337" name="Google Shape;337;p45"/>
          <p:cNvSpPr txBox="1">
            <a:spLocks noGrp="1"/>
          </p:cNvSpPr>
          <p:nvPr>
            <p:ph type="body" idx="3"/>
          </p:nvPr>
        </p:nvSpPr>
        <p:spPr>
          <a:xfrm rot="5400000">
            <a:off x="6885163" y="2958917"/>
            <a:ext cx="36720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500" tIns="40500" rIns="40500" bIns="40500" anchor="t" anchorCtr="0">
            <a:spAutoFit/>
          </a:bodyPr>
          <a:lstStyle>
            <a:lvl1pPr marL="457200" lvl="0" indent="-22860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 Tabelle/Table 1">
  <p:cSld name="C Tabelle/Table 1"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6"/>
          <p:cNvSpPr/>
          <p:nvPr/>
        </p:nvSpPr>
        <p:spPr>
          <a:xfrm>
            <a:off x="-1" y="-1804"/>
            <a:ext cx="9144000" cy="51453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6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46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342" name="Google Shape;342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6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6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 Mustertabelle/Table Sample 1">
  <p:cSld name="C Mustertabelle/Table Sample 1">
    <p:bg>
      <p:bgPr>
        <a:solidFill>
          <a:schemeClr val="lt1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7"/>
          <p:cNvSpPr/>
          <p:nvPr/>
        </p:nvSpPr>
        <p:spPr>
          <a:xfrm>
            <a:off x="-1" y="-1804"/>
            <a:ext cx="9144000" cy="51453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7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347" name="Google Shape;347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8" name="Google Shape;348;p47"/>
          <p:cNvGraphicFramePr/>
          <p:nvPr/>
        </p:nvGraphicFramePr>
        <p:xfrm>
          <a:off x="521494" y="122158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{81A74FD4-0683-4847-92D2-C8CB272E885D}</a:tableStyleId>
              </a:tblPr>
              <a:tblGrid>
                <a:gridCol w="162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Title 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Title 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Title 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Title 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Title 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B95">
                        <a:alpha val="498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9" name="Google Shape;349;p47"/>
          <p:cNvSpPr txBox="1"/>
          <p:nvPr/>
        </p:nvSpPr>
        <p:spPr>
          <a:xfrm>
            <a:off x="521494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Sample table</a:t>
            </a:r>
            <a:endParaRPr sz="2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7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 Tabelle/Table 2">
  <p:cSld name="C Tabelle/Table 2">
    <p:bg>
      <p:bgPr>
        <a:solidFill>
          <a:schemeClr val="lt1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8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sp>
        <p:nvSpPr>
          <p:cNvPr id="354" name="Google Shape;354;p48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355" name="Google Shape;355;p48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356" name="Google Shape;356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 Mustertabelle/Table Sample 2">
  <p:cSld name="C Mustertabelle/Table Sample 2">
    <p:bg>
      <p:bgPr>
        <a:solidFill>
          <a:schemeClr val="lt1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/>
          <p:nvPr/>
        </p:nvSpPr>
        <p:spPr>
          <a:xfrm>
            <a:off x="-1" y="0"/>
            <a:ext cx="216000" cy="5143500"/>
          </a:xfrm>
          <a:prstGeom prst="rect">
            <a:avLst/>
          </a:prstGeom>
          <a:solidFill>
            <a:srgbClr val="EECA0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9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pic>
        <p:nvPicPr>
          <p:cNvPr id="360" name="Google Shape;360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366" y="225849"/>
            <a:ext cx="707909" cy="584657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9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362" name="Google Shape;362;p49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aphicFrame>
        <p:nvGraphicFramePr>
          <p:cNvPr id="363" name="Google Shape;363;p49"/>
          <p:cNvGraphicFramePr/>
          <p:nvPr/>
        </p:nvGraphicFramePr>
        <p:xfrm>
          <a:off x="521494" y="122158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{81A74FD4-0683-4847-92D2-C8CB272E885D}</a:tableStyleId>
              </a:tblPr>
              <a:tblGrid>
                <a:gridCol w="162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rgbClr val="EFCA0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rgbClr val="EFCA0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rgbClr val="EFCA0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rgbClr val="EFCA0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solidFill>
                            <a:srgbClr val="EFCA0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DC50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DC50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DC50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DC50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5.1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DC50">
                        <a:alpha val="247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4CE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4CE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4CE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4CE">
                        <a:alpha val="247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5.2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4CE">
                        <a:alpha val="247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5.3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5.4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1.5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2.5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3.5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4.5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5.5</a:t>
                      </a:r>
                      <a:endParaRPr sz="1100"/>
                    </a:p>
                  </a:txBody>
                  <a:tcPr marL="81000" marR="81000" marT="81000" marB="81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ollbild/Fullscreen Image">
  <p:cSld name="Vollbild/Fullscreen Image">
    <p:bg>
      <p:bgPr>
        <a:solidFill>
          <a:schemeClr val="lt1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0"/>
          <p:cNvSpPr>
            <a:spLocks noGrp="1"/>
          </p:cNvSpPr>
          <p:nvPr>
            <p:ph type="pic" idx="2"/>
          </p:nvPr>
        </p:nvSpPr>
        <p:spPr>
          <a:xfrm>
            <a:off x="-1" y="0"/>
            <a:ext cx="9144000" cy="5143500"/>
          </a:xfrm>
          <a:prstGeom prst="rect">
            <a:avLst/>
          </a:prstGeom>
          <a:solidFill>
            <a:srgbClr val="DFDFDF"/>
          </a:solidFill>
          <a:ln>
            <a:noFill/>
          </a:ln>
        </p:spPr>
      </p:sp>
      <p:sp>
        <p:nvSpPr>
          <p:cNvPr id="366" name="Google Shape;366;p50"/>
          <p:cNvSpPr txBox="1">
            <a:spLocks noGrp="1"/>
          </p:cNvSpPr>
          <p:nvPr>
            <p:ph type="body" idx="1"/>
          </p:nvPr>
        </p:nvSpPr>
        <p:spPr>
          <a:xfrm>
            <a:off x="8237700" y="226800"/>
            <a:ext cx="707400" cy="5859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349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"/>
              <a:buChar char="▪"/>
              <a:defRPr sz="100">
                <a:solidFill>
                  <a:schemeClr val="dk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50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sp>
        <p:nvSpPr>
          <p:cNvPr id="368" name="Google Shape;368;p50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  <p:sp>
        <p:nvSpPr>
          <p:cNvPr id="369" name="Google Shape;369;p50"/>
          <p:cNvSpPr txBox="1">
            <a:spLocks noGrp="1"/>
          </p:cNvSpPr>
          <p:nvPr>
            <p:ph type="body" idx="3"/>
          </p:nvPr>
        </p:nvSpPr>
        <p:spPr>
          <a:xfrm rot="5400000">
            <a:off x="7010550" y="2974157"/>
            <a:ext cx="36720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500" tIns="40500" rIns="40500" bIns="40500" anchor="t" anchorCtr="0">
            <a:spAutoFit/>
          </a:bodyPr>
          <a:lstStyle>
            <a:lvl1pPr marL="457200" lvl="0" indent="-22860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21494" y="1221581"/>
            <a:ext cx="8100900" cy="3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67500" rIns="27000" bIns="67500" anchor="b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521494" y="4908709"/>
            <a:ext cx="30861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a-DK"/>
              <a:t>Guide Dog, DLR-RMC, 27. Feb. 2026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29">
          <p15:clr>
            <a:srgbClr val="F26B43"/>
          </p15:clr>
        </p15:guide>
        <p15:guide id="2" orient="horz" pos="157">
          <p15:clr>
            <a:srgbClr val="F26B43"/>
          </p15:clr>
        </p15:guide>
        <p15:guide id="3" pos="5431">
          <p15:clr>
            <a:srgbClr val="F26B43"/>
          </p15:clr>
        </p15:guide>
        <p15:guide id="4" orient="horz" pos="769">
          <p15:clr>
            <a:srgbClr val="F26B43"/>
          </p15:clr>
        </p15:guide>
        <p15:guide id="5" orient="horz" pos="3083">
          <p15:clr>
            <a:srgbClr val="F26B43"/>
          </p15:clr>
        </p15:guide>
        <p15:guide id="6" orient="horz" pos="7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1"/>
          <p:cNvSpPr txBox="1">
            <a:spLocks noGrp="1"/>
          </p:cNvSpPr>
          <p:nvPr>
            <p:ph type="subTitle" idx="1"/>
          </p:nvPr>
        </p:nvSpPr>
        <p:spPr>
          <a:xfrm>
            <a:off x="521495" y="2857091"/>
            <a:ext cx="7273500" cy="856200"/>
          </a:xfrm>
          <a:prstGeom prst="rect">
            <a:avLst/>
          </a:prstGeom>
          <a:solidFill>
            <a:srgbClr val="003245">
              <a:alpha val="80000"/>
            </a:srgbClr>
          </a:solidFill>
          <a:ln>
            <a:noFill/>
          </a:ln>
        </p:spPr>
        <p:txBody>
          <a:bodyPr spcFirstLastPara="1" wrap="square" lIns="216000" tIns="108000" rIns="324000" bIns="108000" anchor="ctr" anchorCtr="0">
            <a:normAutofit/>
          </a:bodyPr>
          <a:lstStyle/>
          <a:p>
            <a:pPr marL="533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de" dirty="0"/>
              <a:t>Shared vision pipeline for the euROBIN VIP demo</a:t>
            </a:r>
            <a:endParaRPr dirty="0"/>
          </a:p>
        </p:txBody>
      </p:sp>
      <p:sp>
        <p:nvSpPr>
          <p:cNvPr id="375" name="Google Shape;375;p51"/>
          <p:cNvSpPr txBox="1">
            <a:spLocks noGrp="1"/>
          </p:cNvSpPr>
          <p:nvPr>
            <p:ph type="title"/>
          </p:nvPr>
        </p:nvSpPr>
        <p:spPr>
          <a:xfrm>
            <a:off x="1080000" y="242813"/>
            <a:ext cx="7156500" cy="24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000" tIns="0" rIns="0" bIns="81000" anchor="b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de" dirty="0"/>
              <a:t>Guide Dog</a:t>
            </a:r>
            <a:endParaRPr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934FDC8-DA2D-D3CB-836C-7A30FD98B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772" y="2956061"/>
            <a:ext cx="658259" cy="6582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2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dirty="0"/>
            </a:br>
            <a:endParaRPr sz="1800" dirty="0"/>
          </a:p>
        </p:txBody>
      </p:sp>
      <p:sp>
        <p:nvSpPr>
          <p:cNvPr id="382" name="Google Shape;382;p52"/>
          <p:cNvSpPr txBox="1"/>
          <p:nvPr/>
        </p:nvSpPr>
        <p:spPr>
          <a:xfrm>
            <a:off x="521500" y="1338600"/>
            <a:ext cx="4014000" cy="165210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200"/>
              <a:buChar char="●"/>
            </a:pPr>
            <a:r>
              <a:rPr lang="de" sz="1200" b="1" dirty="0">
                <a:solidFill>
                  <a:srgbClr val="686868"/>
                </a:solidFill>
              </a:rPr>
              <a:t>User: “We have a camera on our robotic system but no object pose estimation”</a:t>
            </a:r>
            <a:endParaRPr sz="1200" b="1" dirty="0">
              <a:solidFill>
                <a:srgbClr val="686868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200"/>
              <a:buChar char="●"/>
            </a:pPr>
            <a:r>
              <a:rPr lang="de" sz="1200" b="1" dirty="0">
                <a:solidFill>
                  <a:srgbClr val="686868"/>
                </a:solidFill>
              </a:rPr>
              <a:t>User sends image to obtain full 6D pose</a:t>
            </a:r>
            <a:r>
              <a:rPr lang="de" sz="1200" dirty="0">
                <a:solidFill>
                  <a:srgbClr val="686868"/>
                </a:solidFill>
              </a:rPr>
              <a:t> for all visible objects</a:t>
            </a:r>
            <a:endParaRPr sz="1200" dirty="0">
              <a:solidFill>
                <a:srgbClr val="686868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200"/>
              <a:buChar char="●"/>
            </a:pPr>
            <a:r>
              <a:rPr lang="de" sz="1200" b="1" dirty="0">
                <a:solidFill>
                  <a:srgbClr val="686868"/>
                </a:solidFill>
              </a:rPr>
              <a:t>Registration for user requests from outside</a:t>
            </a:r>
            <a:r>
              <a:rPr lang="de" sz="1200" dirty="0">
                <a:solidFill>
                  <a:srgbClr val="686868"/>
                </a:solidFill>
              </a:rPr>
              <a:t> the institute and </a:t>
            </a:r>
            <a:r>
              <a:rPr lang="de" sz="1200" b="1" dirty="0">
                <a:solidFill>
                  <a:srgbClr val="686868"/>
                </a:solidFill>
              </a:rPr>
              <a:t>authentication</a:t>
            </a:r>
            <a:endParaRPr sz="1200" dirty="0">
              <a:solidFill>
                <a:srgbClr val="686868"/>
              </a:solidFill>
            </a:endParaRPr>
          </a:p>
        </p:txBody>
      </p:sp>
      <p:sp>
        <p:nvSpPr>
          <p:cNvPr id="383" name="Google Shape;383;p52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</p:spPr>
        <p:txBody>
          <a:bodyPr spcFirstLastPara="1" wrap="square" lIns="27000" tIns="67500" rIns="27000" bIns="675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/>
              <a:t>2</a:t>
            </a:fld>
            <a:endParaRPr/>
          </a:p>
        </p:txBody>
      </p:sp>
      <p:sp>
        <p:nvSpPr>
          <p:cNvPr id="384" name="Google Shape;384;p52"/>
          <p:cNvSpPr txBox="1"/>
          <p:nvPr/>
        </p:nvSpPr>
        <p:spPr>
          <a:xfrm>
            <a:off x="1048875" y="1136275"/>
            <a:ext cx="2339700" cy="26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rgbClr val="686868"/>
                </a:solidFill>
              </a:rPr>
              <a:t>Robot use case</a:t>
            </a:r>
            <a:endParaRPr dirty="0">
              <a:solidFill>
                <a:srgbClr val="686868"/>
              </a:solidFill>
            </a:endParaRPr>
          </a:p>
        </p:txBody>
      </p:sp>
      <p:sp>
        <p:nvSpPr>
          <p:cNvPr id="385" name="Google Shape;385;p52"/>
          <p:cNvSpPr txBox="1"/>
          <p:nvPr/>
        </p:nvSpPr>
        <p:spPr>
          <a:xfrm>
            <a:off x="521500" y="3404456"/>
            <a:ext cx="4014000" cy="101010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200"/>
              <a:buChar char="●"/>
            </a:pPr>
            <a:r>
              <a:rPr lang="de" sz="1200" b="1" dirty="0">
                <a:solidFill>
                  <a:srgbClr val="686868"/>
                </a:solidFill>
              </a:rPr>
              <a:t>User: “I have a camera and just need quickly the 6D pose of this object </a:t>
            </a:r>
            <a:r>
              <a:rPr lang="de" sz="1200" dirty="0">
                <a:solidFill>
                  <a:srgbClr val="686868"/>
                </a:solidFill>
              </a:rPr>
              <a:t>for some tests</a:t>
            </a:r>
            <a:r>
              <a:rPr lang="de" sz="1200" b="1" dirty="0">
                <a:solidFill>
                  <a:srgbClr val="686868"/>
                </a:solidFill>
              </a:rPr>
              <a:t>”</a:t>
            </a:r>
            <a:endParaRPr sz="1200" dirty="0">
              <a:solidFill>
                <a:srgbClr val="686868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200"/>
              <a:buChar char="●"/>
            </a:pPr>
            <a:r>
              <a:rPr lang="de" sz="1200" b="1" dirty="0">
                <a:solidFill>
                  <a:srgbClr val="686868"/>
                </a:solidFill>
              </a:rPr>
              <a:t>Potentially requested from within the institute</a:t>
            </a:r>
            <a:endParaRPr sz="1200" b="1" dirty="0">
              <a:solidFill>
                <a:srgbClr val="68686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686868"/>
              </a:solidFill>
            </a:endParaRPr>
          </a:p>
        </p:txBody>
      </p:sp>
      <p:sp>
        <p:nvSpPr>
          <p:cNvPr id="386" name="Google Shape;386;p52"/>
          <p:cNvSpPr txBox="1"/>
          <p:nvPr/>
        </p:nvSpPr>
        <p:spPr>
          <a:xfrm>
            <a:off x="1048875" y="3202127"/>
            <a:ext cx="2339700" cy="26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rgbClr val="686868"/>
                </a:solidFill>
              </a:rPr>
              <a:t>Prototyping use case</a:t>
            </a:r>
            <a:endParaRPr dirty="0">
              <a:solidFill>
                <a:srgbClr val="686868"/>
              </a:solidFill>
            </a:endParaRPr>
          </a:p>
        </p:txBody>
      </p:sp>
      <p:sp>
        <p:nvSpPr>
          <p:cNvPr id="388" name="Google Shape;388;p52"/>
          <p:cNvSpPr txBox="1"/>
          <p:nvPr/>
        </p:nvSpPr>
        <p:spPr>
          <a:xfrm>
            <a:off x="5980775" y="1023323"/>
            <a:ext cx="2339700" cy="26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rgbClr val="686868"/>
                </a:solidFill>
              </a:rPr>
              <a:t>Guide Dog to the rescue!</a:t>
            </a:r>
            <a:endParaRPr dirty="0">
              <a:solidFill>
                <a:srgbClr val="686868"/>
              </a:solidFill>
            </a:endParaRPr>
          </a:p>
        </p:txBody>
      </p:sp>
      <p:sp>
        <p:nvSpPr>
          <p:cNvPr id="389" name="Google Shape;389;p52"/>
          <p:cNvSpPr txBox="1">
            <a:spLocks noGrp="1"/>
          </p:cNvSpPr>
          <p:nvPr>
            <p:ph type="ftr" idx="11"/>
          </p:nvPr>
        </p:nvSpPr>
        <p:spPr>
          <a:xfrm>
            <a:off x="5861000" y="4831730"/>
            <a:ext cx="3970500" cy="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-DK">
                <a:solidFill>
                  <a:srgbClr val="686868"/>
                </a:solidFill>
              </a:rPr>
              <a:t>Guide Dog, DLR-RMC, 27. Feb. 2026</a:t>
            </a:r>
            <a:endParaRPr>
              <a:solidFill>
                <a:srgbClr val="686868"/>
              </a:solidFill>
            </a:endParaRPr>
          </a:p>
        </p:txBody>
      </p:sp>
      <p:sp>
        <p:nvSpPr>
          <p:cNvPr id="4" name="Google Shape;395;p53">
            <a:extLst>
              <a:ext uri="{FF2B5EF4-FFF2-40B4-BE49-F238E27FC236}">
                <a16:creationId xmlns:a16="http://schemas.microsoft.com/office/drawing/2014/main" id="{C722E7D5-940F-E5C1-1C11-6A72EF129296}"/>
              </a:ext>
            </a:extLst>
          </p:cNvPr>
          <p:cNvSpPr txBox="1">
            <a:spLocks/>
          </p:cNvSpPr>
          <p:nvPr/>
        </p:nvSpPr>
        <p:spPr>
          <a:xfrm>
            <a:off x="673895" y="402431"/>
            <a:ext cx="754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sz="21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sz="1800" dirty="0">
                <a:solidFill>
                  <a:srgbClr val="686868"/>
                </a:solidFill>
              </a:rPr>
              <a:t>Motivation</a:t>
            </a:r>
            <a:endParaRPr lang="de-DE" sz="18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B673FD-0711-44DC-A1B8-20F8B3D1E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651" y="1337792"/>
            <a:ext cx="3157947" cy="30907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3"/>
          <p:cNvSpPr txBox="1">
            <a:spLocks noGrp="1"/>
          </p:cNvSpPr>
          <p:nvPr>
            <p:ph type="title"/>
          </p:nvPr>
        </p:nvSpPr>
        <p:spPr>
          <a:xfrm>
            <a:off x="521495" y="250031"/>
            <a:ext cx="7542000" cy="738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dirty="0">
                <a:solidFill>
                  <a:srgbClr val="686868"/>
                </a:solidFill>
              </a:rPr>
              <a:t>Current API definition</a:t>
            </a:r>
            <a:endParaRPr sz="1800" dirty="0"/>
          </a:p>
        </p:txBody>
      </p:sp>
      <p:sp>
        <p:nvSpPr>
          <p:cNvPr id="396" name="Google Shape;396;p53"/>
          <p:cNvSpPr txBox="1">
            <a:spLocks noGrp="1"/>
          </p:cNvSpPr>
          <p:nvPr>
            <p:ph type="sldNum" idx="12"/>
          </p:nvPr>
        </p:nvSpPr>
        <p:spPr>
          <a:xfrm>
            <a:off x="0" y="4006799"/>
            <a:ext cx="216000" cy="1080000"/>
          </a:xfrm>
          <a:prstGeom prst="rect">
            <a:avLst/>
          </a:prstGeom>
        </p:spPr>
        <p:txBody>
          <a:bodyPr spcFirstLastPara="1" wrap="square" lIns="27000" tIns="67500" rIns="27000" bIns="675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"/>
              <a:t>3</a:t>
            </a:fld>
            <a:endParaRPr/>
          </a:p>
        </p:txBody>
      </p:sp>
      <p:sp>
        <p:nvSpPr>
          <p:cNvPr id="400" name="Google Shape;400;p53"/>
          <p:cNvSpPr txBox="1">
            <a:spLocks noGrp="1"/>
          </p:cNvSpPr>
          <p:nvPr>
            <p:ph type="ftr" idx="11"/>
          </p:nvPr>
        </p:nvSpPr>
        <p:spPr>
          <a:xfrm>
            <a:off x="5861000" y="4831730"/>
            <a:ext cx="3970500" cy="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-DK">
                <a:solidFill>
                  <a:srgbClr val="686868"/>
                </a:solidFill>
              </a:rPr>
              <a:t>Guide Dog, DLR-RMC, 27. Feb. 2026</a:t>
            </a:r>
            <a:endParaRPr>
              <a:solidFill>
                <a:srgbClr val="686868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9EA2708-2E2E-E2DC-4342-E04C460BA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76" y="1170926"/>
            <a:ext cx="4972906" cy="317124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2A4A535-D89C-3FFD-ED0D-9C3F87666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798" y="1112319"/>
            <a:ext cx="298045" cy="298045"/>
          </a:xfrm>
          <a:prstGeom prst="rect">
            <a:avLst/>
          </a:prstGeom>
        </p:spPr>
      </p:pic>
      <p:sp>
        <p:nvSpPr>
          <p:cNvPr id="12" name="Google Shape;385;p52">
            <a:extLst>
              <a:ext uri="{FF2B5EF4-FFF2-40B4-BE49-F238E27FC236}">
                <a16:creationId xmlns:a16="http://schemas.microsoft.com/office/drawing/2014/main" id="{297C33D0-4F82-F92E-238D-3EB605EA2C20}"/>
              </a:ext>
            </a:extLst>
          </p:cNvPr>
          <p:cNvSpPr txBox="1"/>
          <p:nvPr/>
        </p:nvSpPr>
        <p:spPr>
          <a:xfrm>
            <a:off x="5088487" y="1373684"/>
            <a:ext cx="3755537" cy="101010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200"/>
              <a:buChar char="●"/>
            </a:pPr>
            <a:endParaRPr lang="en-US" sz="1200" b="1" dirty="0">
              <a:solidFill>
                <a:srgbClr val="686868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200"/>
              <a:buChar char="●"/>
            </a:pPr>
            <a:r>
              <a:rPr lang="en-US" sz="1200" b="1" dirty="0">
                <a:solidFill>
                  <a:srgbClr val="686868"/>
                </a:solidFill>
              </a:rPr>
              <a:t>Model-based 6D pose estimation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200"/>
              <a:buChar char="●"/>
            </a:pPr>
            <a:r>
              <a:rPr lang="en-US" sz="1200" b="1" dirty="0">
                <a:solidFill>
                  <a:srgbClr val="686868"/>
                </a:solidFill>
              </a:rPr>
              <a:t>Agree on limited set of objects beforehand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200"/>
              <a:buChar char="●"/>
            </a:pPr>
            <a:r>
              <a:rPr lang="en-US" sz="1200" b="1" dirty="0">
                <a:solidFill>
                  <a:srgbClr val="686868"/>
                </a:solidFill>
              </a:rPr>
              <a:t>Fine-tune on real data</a:t>
            </a:r>
            <a:endParaRPr sz="1200" dirty="0">
              <a:solidFill>
                <a:srgbClr val="686868"/>
              </a:solidFill>
            </a:endParaRPr>
          </a:p>
        </p:txBody>
      </p:sp>
      <p:sp>
        <p:nvSpPr>
          <p:cNvPr id="13" name="Google Shape;386;p52">
            <a:extLst>
              <a:ext uri="{FF2B5EF4-FFF2-40B4-BE49-F238E27FC236}">
                <a16:creationId xmlns:a16="http://schemas.microsoft.com/office/drawing/2014/main" id="{E24016DF-D6FD-9373-F799-256C783604E8}"/>
              </a:ext>
            </a:extLst>
          </p:cNvPr>
          <p:cNvSpPr txBox="1"/>
          <p:nvPr/>
        </p:nvSpPr>
        <p:spPr>
          <a:xfrm>
            <a:off x="6036501" y="1170926"/>
            <a:ext cx="1859507" cy="26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rgbClr val="686868"/>
                </a:solidFill>
              </a:rPr>
              <a:t>Pipeline Setup</a:t>
            </a:r>
            <a:endParaRPr dirty="0">
              <a:solidFill>
                <a:srgbClr val="686868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FD1749C-5657-6618-98B3-EB2FDC19D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5547" y="4410988"/>
            <a:ext cx="1674282" cy="5191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5BB9D0-045C-0B19-E39B-5791D9234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" sz="2400" dirty="0">
                <a:solidFill>
                  <a:srgbClr val="686868"/>
                </a:solidFill>
              </a:rPr>
              <a:t>Open Questions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D71E55-997F-8B9E-96C1-E6C343041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Webserver</a:t>
            </a:r>
          </a:p>
          <a:p>
            <a:pPr lvl="1"/>
            <a:r>
              <a:rPr lang="en-US" dirty="0"/>
              <a:t>More preparation time from DLR, but hopefully accessible before September</a:t>
            </a:r>
          </a:p>
          <a:p>
            <a:pPr lvl="1"/>
            <a:r>
              <a:rPr lang="en-US" dirty="0"/>
              <a:t>Internet access is not guaranteed in EU parliament</a:t>
            </a:r>
          </a:p>
          <a:p>
            <a:pPr marL="596900" lvl="1" indent="0">
              <a:buNone/>
            </a:pPr>
            <a:endParaRPr lang="en-US" dirty="0"/>
          </a:p>
          <a:p>
            <a:r>
              <a:rPr lang="en-US" dirty="0"/>
              <a:t>Offline Computer in local network</a:t>
            </a:r>
          </a:p>
          <a:p>
            <a:pPr lvl="1"/>
            <a:r>
              <a:rPr lang="en-US" dirty="0"/>
              <a:t>Setup during the preparation week in Brussels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Speed: We need to profile inference and network delays</a:t>
            </a:r>
          </a:p>
          <a:p>
            <a:r>
              <a:rPr lang="en-US" dirty="0"/>
              <a:t>Precision: Collect data to fine-tune weights</a:t>
            </a:r>
          </a:p>
          <a:p>
            <a:pPr lvl="1"/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AB5C05-1B9C-90B0-D735-BAA8C8C496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2AEF5C1-83C6-5F79-2BA5-6472601C1F5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 anchor="t">
            <a:normAutofit fontScale="92500" lnSpcReduction="20000"/>
          </a:bodyPr>
          <a:lstStyle/>
          <a:p>
            <a:r>
              <a:rPr lang="en-US" dirty="0"/>
              <a:t>How to provide access?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06C48F-D0BD-EC43-C8B0-852FFEA051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a-DK"/>
              <a:t>Guide Dog, DLR-RMC, 27. Feb. 2026</a:t>
            </a:r>
            <a:endParaRPr lang="en-US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A40F037-27DB-2F2F-8E92-7289235CBFF5}"/>
              </a:ext>
            </a:extLst>
          </p:cNvPr>
          <p:cNvSpPr txBox="1">
            <a:spLocks/>
          </p:cNvSpPr>
          <p:nvPr/>
        </p:nvSpPr>
        <p:spPr>
          <a:xfrm>
            <a:off x="521494" y="3663396"/>
            <a:ext cx="2611500" cy="33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Performance?</a:t>
            </a:r>
          </a:p>
        </p:txBody>
      </p:sp>
    </p:spTree>
    <p:extLst>
      <p:ext uri="{BB962C8B-B14F-4D97-AF65-F5344CB8AC3E}">
        <p14:creationId xmlns:p14="http://schemas.microsoft.com/office/powerpoint/2010/main" val="276874613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DL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00658B"/>
      </a:accent1>
      <a:accent2>
        <a:srgbClr val="F8DE53"/>
      </a:accent2>
      <a:accent3>
        <a:srgbClr val="0094A8"/>
      </a:accent3>
      <a:accent4>
        <a:srgbClr val="B7D260"/>
      </a:accent4>
      <a:accent5>
        <a:srgbClr val="5F98CB"/>
      </a:accent5>
      <a:accent6>
        <a:srgbClr val="B1B1B1"/>
      </a:accent6>
      <a:hlink>
        <a:srgbClr val="00B0F0"/>
      </a:hlink>
      <a:folHlink>
        <a:srgbClr val="0065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Bildschirmpräsentation (16:9)</PresentationFormat>
  <Paragraphs>39</Paragraphs>
  <Slides>4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Noto Sans Symbols</vt:lpstr>
      <vt:lpstr>Simple Light</vt:lpstr>
      <vt:lpstr>Office</vt:lpstr>
      <vt:lpstr>Guide Dog</vt:lpstr>
      <vt:lpstr> </vt:lpstr>
      <vt:lpstr>Current API definition</vt:lpstr>
      <vt:lpstr>Open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Reichert, Anne Elisabeth</dc:creator>
  <cp:lastModifiedBy>Reichert, Anne Elisabeth</cp:lastModifiedBy>
  <cp:revision>11</cp:revision>
  <dcterms:modified xsi:type="dcterms:W3CDTF">2026-02-27T09:25:12Z</dcterms:modified>
</cp:coreProperties>
</file>